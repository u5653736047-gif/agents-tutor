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c040d7befcf4772" /><Relationship Type="http://schemas.openxmlformats.org/package/2006/relationships/metadata/core-properties" Target="/docProps/core.xml" Id="Re4162960e1a7495f" /><Relationship Type="http://schemas.openxmlformats.org/officeDocument/2006/relationships/extended-properties" Target="/docProps/app.xml" Id="Raf458f4663c24af1" /><Relationship Type="http://schemas.openxmlformats.org/officeDocument/2006/relationships/custom-properties" Target="/docProps/custom.xml" Id="R4a7c8fd9056f4d2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8a48477d545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c4bb43aea42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e58272e034b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2ac4b93e946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640fd10ec42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xmlns:a="http://schemas.openxmlformats.org/drawingml/2006/main" xmlns:p="http://schemas.openxmlformats.org/presentationml/2006/main" name="Title Slide">
    <p:bg>
      <p:bgPr>
        <a:gradFill>
          <a:gsLst>
            <a:gs pos="0">
              <a:srgbClr val="114B42"/>
            </a:gs>
            <a:gs pos="100000">
              <a:srgbClr val="2FA39A"/>
            </a:gs>
          </a:gsLst>
          <a:lin ang="69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>
            <a:lvl1pPr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100000" name="CoverAccentBar"/>
          <p:cNvSpPr/>
          <p:nvPr/>
        </p:nvSpPr>
        <p:spPr>
          <a:xfrm>
            <a:off x="0" y="4878000"/>
            <a:ext cx="9144000" cy="266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Body Style Donor"/>
          <p:cNvSpPr>
            <a:spLocks noGrp="1"/>
          </p:cNvSpPr>
          <p:nvPr>
            <p:ph type="body" idx="1"/>
          </p:nvPr>
        </p:nvSpPr>
        <p:spPr>
          <a:xfrm>
            <a:off x="1447800" y="2057400"/>
            <a:ext cx="6858000" cy="2895600"/>
          </a:xfrm>
        </p:spPr>
        <p:txBody>
          <a:bodyPr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0000" name="ContentTopBar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F7A6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0" name="ContentFooterLine"/>
          <p:cNvSpPr/>
          <p:nvPr/>
        </p:nvSpPr>
        <p:spPr>
          <a:xfrm>
            <a:off x="0" y="5061600"/>
            <a:ext cx="9144000" cy="18000"/>
          </a:xfrm>
          <a:prstGeom prst="rect">
            <a:avLst/>
          </a:prstGeom>
          <a:solidFill>
            <a:srgbClr val="CBE2DC"/>
          </a:solidFill>
          <a:ln>
            <a:noFill/>
          </a:ln>
        </p:spPr>
        <p:txBody>
          <a:bodyPr/>
          <a:lstStyle/>
          <a:p/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xmlns:a="http://schemas.openxmlformats.org/drawingml/2006/main" xmlns:p="http://schemas.openxmlformats.org/presentationml/2006/main" name="Title Only">
    <p:bg>
      <p:bgPr>
        <a:solidFill>
          <a:srgbClr val="114B4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>
            <a:lvl1pPr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100000" name="SectionAccentBand"/>
          <p:cNvSpPr/>
          <p:nvPr/>
        </p:nvSpPr>
        <p:spPr>
          <a:xfrm>
            <a:off x="0" y="0"/>
            <a:ext cx="180000" cy="514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Body Style Donor"/>
          <p:cNvSpPr>
            <a:spLocks noGrp="1"/>
          </p:cNvSpPr>
          <p:nvPr>
            <p:ph type="body" idx="1"/>
          </p:nvPr>
        </p:nvSpPr>
        <p:spPr>
          <a:xfrm>
            <a:off x="1447800" y="2057400"/>
            <a:ext cx="6858000" cy="2895600"/>
          </a:xfrm>
        </p:spPr>
        <p:txBody>
          <a:bodyPr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dd27d903540478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Edu Teal">
      <a:dk1>
        <a:srgbClr val="233230"/>
      </a:dk1>
      <a:lt1>
        <a:srgbClr val="FFFFFF"/>
      </a:lt1>
      <a:dk2>
        <a:srgbClr val="114B42"/>
      </a:dk2>
      <a:lt2>
        <a:srgbClr val="E9F4F1"/>
      </a:lt2>
      <a:accent1>
        <a:srgbClr val="1F7A6D"/>
      </a:accent1>
      <a:accent2>
        <a:srgbClr val="2FA39A"/>
      </a:accent2>
      <a:accent3>
        <a:srgbClr val="F2B134"/>
      </a:accent3>
      <a:accent4>
        <a:srgbClr val="E8674F"/>
      </a:accent4>
      <a:accent5>
        <a:srgbClr val="3F8FD2"/>
      </a:accent5>
      <a:accent6>
        <a:srgbClr val="6FAF46"/>
      </a:accent6>
      <a:hlink>
        <a:srgbClr val="1F7A6D"/>
      </a:hlink>
      <a:folHlink>
        <a:srgbClr val="954F72"/>
      </a:folHlink>
    </a:clrScheme>
    <a:fontScheme name="Office">
      <a:majorFont>
        <a:latin typeface="Segoe UI"/>
        <a:ea typeface="微软雅黑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2026-08-30T14:32:14Z</dcterms:created>
  <cp:lastModifiedBy>OfficeCLI</cp:lastModifiedBy>
  <dcterms:modified xsi:type="dcterms:W3CDTF">2026-08-30T14:32:14Z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1.0.145</vt:lpwstr>
  </op:property>
  <op:property fmtid="{D5CDD505-2E9C-101B-9397-08002B2CF9AE}" pid="3" name="OfficeCLI.LastModified">
    <vt:lpwstr xmlns:vt="http://schemas.openxmlformats.org/officeDocument/2006/docPropsVTypes">2026-08-30T14:32:27Z</vt:lpwstr>
  </op:property>
</op:Properties>
</file>